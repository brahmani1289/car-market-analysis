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4"/>
  </p:notesMasterIdLst>
  <p:handoutMasterIdLst>
    <p:handoutMasterId r:id="rId15"/>
  </p:handoutMasterIdLst>
  <p:sldIdLst>
    <p:sldId id="338" r:id="rId5"/>
    <p:sldId id="327" r:id="rId6"/>
    <p:sldId id="315" r:id="rId7"/>
    <p:sldId id="329" r:id="rId8"/>
    <p:sldId id="302" r:id="rId9"/>
    <p:sldId id="339" r:id="rId10"/>
    <p:sldId id="340" r:id="rId11"/>
    <p:sldId id="341" r:id="rId12"/>
    <p:sldId id="34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8/28/2026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8/28/2026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8/28/2026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8/28/2026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690" r:id="rId20"/>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7.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lstStyle/>
          <a:p>
            <a:pPr algn="r"/>
            <a:r>
              <a:rPr lang="en-US" b="0" dirty="0">
                <a:solidFill>
                  <a:schemeClr val="tx1"/>
                </a:solidFill>
              </a:rPr>
              <a:t>[</a:t>
            </a:r>
            <a:r>
              <a:rPr lang="en-IN" dirty="0"/>
              <a:t>NAGA SATYA BRAHMANI VUTUKURI</a:t>
            </a:r>
            <a:r>
              <a:rPr lang="en-US" b="0" dirty="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fontScale="90000"/>
          </a:bodyPr>
          <a:lstStyle/>
          <a:p>
            <a:r>
              <a:rPr lang="en-GB" sz="3200" dirty="0"/>
              <a:t>Project title -</a:t>
            </a:r>
            <a:r>
              <a:rPr lang="en-IN" sz="3200" dirty="0"/>
              <a:t>CAR MARKET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312871" y="3256384"/>
            <a:ext cx="3176362" cy="923330"/>
          </a:xfrm>
          <a:prstGeom prst="rect">
            <a:avLst/>
          </a:prstGeom>
          <a:noFill/>
        </p:spPr>
        <p:txBody>
          <a:bodyPr wrap="square" rtlCol="0">
            <a:spAutoFit/>
          </a:bodyPr>
          <a:lstStyle/>
          <a:p>
            <a:r>
              <a:rPr lang="en-US" b="1" dirty="0"/>
              <a:t>AICTE STU ID : (</a:t>
            </a:r>
            <a:r>
              <a:rPr lang="en-IN" dirty="0"/>
              <a:t>STU6970fe2b86ab51769012779</a:t>
            </a:r>
            <a:r>
              <a:rPr lang="en-US" b="1" dirty="0"/>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77500" lnSpcReduction="20000"/>
          </a:bodyPr>
          <a:lstStyle/>
          <a:p>
            <a:pPr lvl="0"/>
            <a:r>
              <a:rPr lang="en-IN" sz="2800" dirty="0"/>
              <a:t>The used-car market contains vehicles with different prices, fuel types, transmission types, and usage levels. </a:t>
            </a:r>
          </a:p>
          <a:p>
            <a:pPr lvl="0"/>
            <a:r>
              <a:rPr lang="en-IN" sz="2800" dirty="0"/>
              <a:t>It is difficult to understand which factors have the greatest impact on a car's selling price. </a:t>
            </a:r>
          </a:p>
          <a:p>
            <a:pPr lvl="0"/>
            <a:r>
              <a:rPr lang="en-IN" sz="2800" dirty="0"/>
              <a:t>Buyers and sellers need data-driven insights to evaluate a vehicle's fair market value. </a:t>
            </a:r>
          </a:p>
          <a:p>
            <a:pPr lvl="0"/>
            <a:r>
              <a:rPr lang="en-IN" sz="2800" dirty="0"/>
              <a:t>This project </a:t>
            </a:r>
            <a:r>
              <a:rPr lang="en-IN" sz="2800" dirty="0" err="1"/>
              <a:t>analyzes</a:t>
            </a:r>
            <a:r>
              <a:rPr lang="en-IN" sz="2800" dirty="0"/>
              <a:t> historical Car Dekho data to identify market trends and pricing patterns. </a:t>
            </a:r>
          </a:p>
          <a:p>
            <a:pPr lvl="0"/>
            <a:r>
              <a:rPr lang="en-IN" sz="2800" dirty="0"/>
              <a:t>The goal is to support better buying, selling, and pricing decisions.</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a:t>
            </a:r>
            <a:r>
              <a:rPr lang="en-IN" sz="1800" b="0" dirty="0"/>
              <a:t>This project </a:t>
            </a:r>
            <a:r>
              <a:rPr lang="en-IN" sz="1800" b="0" dirty="0" err="1"/>
              <a:t>analyzes</a:t>
            </a:r>
            <a:r>
              <a:rPr lang="en-IN" sz="1800" b="0" dirty="0"/>
              <a:t> Car Dekho used-car data using Python-based data analysis and visualization techniques. The dataset contains information about car name, manufacturing year, selling price, present price, </a:t>
            </a:r>
            <a:r>
              <a:rPr lang="en-IN" sz="1800" b="0" dirty="0" err="1"/>
              <a:t>kilometers</a:t>
            </a:r>
            <a:r>
              <a:rPr lang="en-IN" sz="1800" b="0" dirty="0"/>
              <a:t> driven, fuel type, seller type, transmission, and previous owners.</a:t>
            </a:r>
            <a:br>
              <a:rPr lang="en-IN" sz="1800" b="0" dirty="0"/>
            </a:br>
            <a:r>
              <a:rPr lang="en-IN" sz="1800" b="0" dirty="0"/>
              <a:t>The analysis explores relationships between these variables and selling price to identify important market trends and pricing patterns.</a:t>
            </a:r>
            <a:br>
              <a:rPr lang="en-IN" sz="1800" b="0" dirty="0"/>
            </a:br>
            <a:r>
              <a:rPr lang="en-GB" dirty="0"/>
              <a:t> ]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lvl="0"/>
            <a:r>
              <a:rPr lang="en-IN" sz="3600" dirty="0"/>
              <a:t>Car Buyers — compare cars and identify reasonable prices </a:t>
            </a:r>
          </a:p>
          <a:p>
            <a:pPr lvl="0"/>
            <a:r>
              <a:rPr lang="en-IN" sz="3600" dirty="0"/>
              <a:t> Car Sellers — estimate competitive selling prices </a:t>
            </a:r>
          </a:p>
          <a:p>
            <a:pPr lvl="0"/>
            <a:r>
              <a:rPr lang="en-IN" sz="3600" dirty="0"/>
              <a:t> Car Dealers — understand demand and pricing trends </a:t>
            </a:r>
          </a:p>
          <a:p>
            <a:pPr lvl="0"/>
            <a:r>
              <a:rPr lang="en-IN" sz="3600" dirty="0"/>
              <a:t> Used-Car Businesses — support inventory and pricing decisions </a:t>
            </a:r>
          </a:p>
          <a:p>
            <a:pPr lvl="0"/>
            <a:r>
              <a:rPr lang="en-IN" sz="3600" dirty="0"/>
              <a:t> Data Analysts / Business Teams — derive automobile market insights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dirty="0"/>
              <a:t>Python </a:t>
            </a:r>
          </a:p>
          <a:p>
            <a:pPr lvl="0"/>
            <a:r>
              <a:rPr lang="en-IN" dirty="0"/>
              <a:t>Pandas </a:t>
            </a:r>
          </a:p>
          <a:p>
            <a:pPr lvl="0"/>
            <a:r>
              <a:rPr lang="en-IN" dirty="0"/>
              <a:t>NumPy </a:t>
            </a:r>
          </a:p>
          <a:p>
            <a:pPr lvl="0"/>
            <a:r>
              <a:rPr lang="en-IN" dirty="0"/>
              <a:t>Matplotlib </a:t>
            </a:r>
          </a:p>
          <a:p>
            <a:pPr lvl="0"/>
            <a:r>
              <a:rPr lang="en-IN" dirty="0"/>
              <a:t>Seaborn </a:t>
            </a:r>
          </a:p>
          <a:p>
            <a:pPr lvl="0"/>
            <a:r>
              <a:rPr lang="en-IN" dirty="0"/>
              <a:t>Jupyter Notebook / VS Code </a:t>
            </a:r>
          </a:p>
          <a:p>
            <a:pPr lvl="0"/>
            <a:r>
              <a:rPr lang="en-IN" dirty="0"/>
              <a:t>CSV Dataset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8B448669-2681-7C26-EFE5-E9DF9560B654}"/>
              </a:ext>
            </a:extLst>
          </p:cNvPr>
          <p:cNvPicPr>
            <a:picLocks noChangeAspect="1"/>
          </p:cNvPicPr>
          <p:nvPr/>
        </p:nvPicPr>
        <p:blipFill>
          <a:blip r:embed="rId4"/>
          <a:stretch>
            <a:fillRect/>
          </a:stretch>
        </p:blipFill>
        <p:spPr>
          <a:xfrm>
            <a:off x="807164" y="1142995"/>
            <a:ext cx="8946443" cy="457200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9B4A24F-1958-1EAC-4E97-0F4035F895C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37C29A9A-4309-0258-B7B0-62029EDABDFF}"/>
              </a:ext>
            </a:extLst>
          </p:cNvPr>
          <p:cNvPicPr>
            <a:picLocks noChangeAspect="1"/>
          </p:cNvPicPr>
          <p:nvPr/>
        </p:nvPicPr>
        <p:blipFill>
          <a:blip r:embed="rId4"/>
          <a:stretch>
            <a:fillRect/>
          </a:stretch>
        </p:blipFill>
        <p:spPr>
          <a:xfrm>
            <a:off x="422959" y="1431693"/>
            <a:ext cx="8916984" cy="469174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8EDA220-A275-5502-87A0-957B48A3A704}"/>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CFB62D69-D3C1-33D1-D4B8-FA0DCE570AA7}"/>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3B680F8B-07DC-FF4F-C471-7BE90453C0EE}"/>
              </a:ext>
            </a:extLst>
          </p:cNvPr>
          <p:cNvPicPr>
            <a:picLocks noChangeAspect="1"/>
          </p:cNvPicPr>
          <p:nvPr/>
        </p:nvPicPr>
        <p:blipFill>
          <a:blip r:embed="rId4"/>
          <a:stretch>
            <a:fillRect/>
          </a:stretch>
        </p:blipFill>
        <p:spPr>
          <a:xfrm>
            <a:off x="3078474" y="1142995"/>
            <a:ext cx="6035052" cy="4572009"/>
          </a:xfrm>
          <a:prstGeom prst="rect">
            <a:avLst/>
          </a:prstGeom>
        </p:spPr>
      </p:pic>
      <p:pic>
        <p:nvPicPr>
          <p:cNvPr id="11" name="Picture 10">
            <a:extLst>
              <a:ext uri="{FF2B5EF4-FFF2-40B4-BE49-F238E27FC236}">
                <a16:creationId xmlns:a16="http://schemas.microsoft.com/office/drawing/2014/main" id="{74903EEC-6F47-047C-FF6D-53FEF21DA969}"/>
              </a:ext>
            </a:extLst>
          </p:cNvPr>
          <p:cNvPicPr>
            <a:picLocks noChangeAspect="1"/>
          </p:cNvPicPr>
          <p:nvPr/>
        </p:nvPicPr>
        <p:blipFill>
          <a:blip r:embed="rId5"/>
          <a:stretch>
            <a:fillRect/>
          </a:stretch>
        </p:blipFill>
        <p:spPr>
          <a:xfrm>
            <a:off x="320983" y="1431693"/>
            <a:ext cx="8213420" cy="4691744"/>
          </a:xfrm>
          <a:prstGeom prst="rect">
            <a:avLst/>
          </a:prstGeom>
        </p:spPr>
      </p:pic>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028E5D-280E-B6A1-7527-2D46E0AB16CE}"/>
              </a:ext>
            </a:extLst>
          </p:cNvPr>
          <p:cNvSpPr>
            <a:spLocks noGrp="1"/>
          </p:cNvSpPr>
          <p:nvPr>
            <p:ph type="body" sz="quarter" idx="12"/>
          </p:nvPr>
        </p:nvSpPr>
        <p:spPr/>
        <p:txBody>
          <a:bodyPr/>
          <a:lstStyle/>
          <a:p>
            <a:r>
              <a:rPr lang="en-IN" sz="2800" b="1" dirty="0"/>
              <a:t>NAGA SATYA BRAHMANI VUTUKURI</a:t>
            </a:r>
            <a:endParaRPr lang="en-IN" sz="2800" dirty="0"/>
          </a:p>
          <a:p>
            <a:r>
              <a:rPr lang="en-IN" sz="2800" b="1" dirty="0"/>
              <a:t>Car Market Analysis — Data Analytics</a:t>
            </a:r>
            <a:endParaRPr lang="en-IN" sz="2800" dirty="0"/>
          </a:p>
          <a:p>
            <a:endParaRPr lang="en-IN" dirty="0"/>
          </a:p>
        </p:txBody>
      </p:sp>
      <p:sp>
        <p:nvSpPr>
          <p:cNvPr id="4" name="Title 3">
            <a:extLst>
              <a:ext uri="{FF2B5EF4-FFF2-40B4-BE49-F238E27FC236}">
                <a16:creationId xmlns:a16="http://schemas.microsoft.com/office/drawing/2014/main" id="{6599C98E-AF3F-8045-E49F-A33540C001BF}"/>
              </a:ext>
            </a:extLst>
          </p:cNvPr>
          <p:cNvSpPr>
            <a:spLocks noGrp="1"/>
          </p:cNvSpPr>
          <p:nvPr>
            <p:ph type="title"/>
          </p:nvPr>
        </p:nvSpPr>
        <p:spPr/>
        <p:txBody>
          <a:bodyPr/>
          <a:lstStyle/>
          <a:p>
            <a:r>
              <a:rPr lang="en-US" dirty="0"/>
              <a:t>THANK YOU</a:t>
            </a:r>
            <a:endParaRPr lang="en-IN" dirty="0"/>
          </a:p>
        </p:txBody>
      </p:sp>
    </p:spTree>
    <p:extLst>
      <p:ext uri="{BB962C8B-B14F-4D97-AF65-F5344CB8AC3E}">
        <p14:creationId xmlns:p14="http://schemas.microsoft.com/office/powerpoint/2010/main" val="18960283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563</TotalTime>
  <Words>282</Words>
  <Application>Microsoft Office PowerPoint</Application>
  <PresentationFormat>Widescreen</PresentationFormat>
  <Paragraphs>36</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Trebuchet MS</vt:lpstr>
      <vt:lpstr>Wingdings</vt:lpstr>
      <vt:lpstr>Wingdings 3</vt:lpstr>
      <vt:lpstr>Facet</vt:lpstr>
      <vt:lpstr>Project title -CAR MARKET ANALYSIS</vt:lpstr>
      <vt:lpstr>PROBLEM  STATEMENT</vt:lpstr>
      <vt:lpstr>Project Description [This project analyzes Car Dekho used-car data using Python-based data analysis and visualization techniques. The dataset contains information about car name, manufacturing year, selling price, present price, kilometers driven, fuel type, seller type, transmission, and previous owners. The analysis explores relationships between these variables and selling price to identify important market trends and pricing patterns.  ]  </vt:lpstr>
      <vt:lpstr>WHO ARE THE END USERS?</vt:lpstr>
      <vt:lpstr>Technology Used</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brahmani vutukuri</cp:lastModifiedBy>
  <cp:revision>77</cp:revision>
  <dcterms:created xsi:type="dcterms:W3CDTF">2021-07-11T13:13:15Z</dcterms:created>
  <dcterms:modified xsi:type="dcterms:W3CDTF">2026-08-28T10:57:04Z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